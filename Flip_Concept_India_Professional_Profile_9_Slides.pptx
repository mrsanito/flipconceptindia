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FLIP CONCEPT INDIA PRIVATE LIMITED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sz="2800" dirty="0"/>
              <a:t>Professional Contracting Company</a:t>
            </a:r>
          </a:p>
          <a:p>
            <a:r>
              <a:rPr sz="2800" dirty="0"/>
              <a:t>Waterproofing | Insulation | Chemical Flooring | Protective Coatings</a:t>
            </a:r>
          </a:p>
          <a:p>
            <a:endParaRPr dirty="0"/>
          </a:p>
          <a:p>
            <a:r>
              <a:rPr dirty="0"/>
              <a:t>Head Office: Vadodara, Gujarat</a:t>
            </a:r>
          </a:p>
          <a:p>
            <a:r>
              <a:rPr dirty="0"/>
              <a:t>Branch Offices: Rajkot | </a:t>
            </a:r>
            <a:r>
              <a:rPr dirty="0" err="1"/>
              <a:t>Lucknow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About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Flip Concept India Private Limited is a Vadodara-based professional contracting company specializing in Waterproofing, Insulation, Chemical Flooring, and Protective Coating Solutions.</a:t>
            </a:r>
          </a:p>
          <a:p>
            <a:endParaRPr/>
          </a:p>
          <a:p>
            <a:r>
              <a:t>With over two decades of industry experience, we serve industrial, commercial, and infrastructure sectors, delivering technically reliable and durable solutions with a strong commitment to quality and safety.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Waterproofing Solutions – Terrace, Basement, Tanks, Injection Grouting</a:t>
            </a:r>
          </a:p>
          <a:p>
            <a:pPr marL="0" indent="0">
              <a:buNone/>
            </a:pPr>
            <a:r>
              <a:rPr dirty="0"/>
              <a:t>• Thermal &amp; Acoustic Insulation – HVAC, Pipelines, Equipment</a:t>
            </a:r>
          </a:p>
          <a:p>
            <a:pPr marL="0" indent="0">
              <a:buNone/>
            </a:pPr>
            <a:r>
              <a:rPr dirty="0"/>
              <a:t>• Chemical Flooring – Epoxy, PU, Anti-static, Heavy-duty Flooring</a:t>
            </a:r>
          </a:p>
          <a:p>
            <a:pPr marL="0" indent="0">
              <a:buNone/>
            </a:pPr>
            <a:r>
              <a:rPr dirty="0"/>
              <a:t>• Protective &amp; Industrial Coatings – Anti-corrosion &amp; Specialized Coatings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Authorized Applicator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Recognized and authorized applicator for leading brands: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Dr. Fixit (</a:t>
            </a:r>
            <a:r>
              <a:rPr dirty="0" err="1"/>
              <a:t>Pidilite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dirty="0"/>
              <a:t>• Asian Paints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Sika</a:t>
            </a:r>
            <a:endParaRPr dirty="0"/>
          </a:p>
          <a:p>
            <a:pPr marL="0" indent="0">
              <a:buNone/>
            </a:pPr>
            <a:r>
              <a:rPr dirty="0"/>
              <a:t>• MYK </a:t>
            </a:r>
            <a:r>
              <a:rPr dirty="0" err="1"/>
              <a:t>Arment</a:t>
            </a:r>
            <a:endParaRPr dirty="0"/>
          </a:p>
          <a:p>
            <a:pPr marL="0" indent="0">
              <a:buNone/>
            </a:pPr>
            <a:r>
              <a:rPr dirty="0"/>
              <a:t>• TIKIDANOSA</a:t>
            </a:r>
          </a:p>
          <a:p>
            <a:endParaRPr dirty="0"/>
          </a:p>
          <a:p>
            <a:r>
              <a:rPr dirty="0"/>
              <a:t>All applications are executed strictly as per manufacturer specifications.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Executed projects for reputed clients across India including:</a:t>
            </a:r>
          </a:p>
          <a:p>
            <a:endParaRPr/>
          </a:p>
          <a:p>
            <a:r>
              <a:t>Reliance Industries, Tata Projects, IOCL, HPCL, NPCIL, BAPS, SBI, LIC, GMR, MRF, Cube Construction, L&amp;T and other EPC &amp; industrial clients.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Major Projects (Selected)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Reliance Industries – Jamnagar | </a:t>
            </a:r>
            <a:r>
              <a:rPr lang="en-US" dirty="0" smtClean="0"/>
              <a:t>                      </a:t>
            </a:r>
            <a:r>
              <a:rPr dirty="0" smtClean="0"/>
              <a:t>Waterproofing </a:t>
            </a:r>
            <a:r>
              <a:rPr dirty="0"/>
              <a:t>&amp; </a:t>
            </a:r>
            <a:r>
              <a:rPr dirty="0" err="1"/>
              <a:t>Polyurea</a:t>
            </a:r>
            <a:r>
              <a:rPr dirty="0"/>
              <a:t> (Ongoing)</a:t>
            </a:r>
          </a:p>
          <a:p>
            <a:pPr marL="0" indent="0">
              <a:buNone/>
            </a:pPr>
            <a:r>
              <a:rPr dirty="0"/>
              <a:t>• NPCIL – </a:t>
            </a:r>
            <a:r>
              <a:rPr dirty="0" err="1"/>
              <a:t>Tarapur</a:t>
            </a:r>
            <a:r>
              <a:rPr dirty="0"/>
              <a:t> | Dome Insulation (4000+ m²)</a:t>
            </a:r>
          </a:p>
          <a:p>
            <a:pPr marL="0" indent="0">
              <a:buNone/>
            </a:pPr>
            <a:r>
              <a:rPr dirty="0"/>
              <a:t>• IOCL – Rajkot | PU Coating on Bullet Tanks</a:t>
            </a:r>
          </a:p>
          <a:p>
            <a:pPr marL="0" indent="0">
              <a:buNone/>
            </a:pPr>
            <a:r>
              <a:rPr dirty="0"/>
              <a:t>• Tata Projects – </a:t>
            </a:r>
            <a:r>
              <a:rPr dirty="0" err="1"/>
              <a:t>Kevadia</a:t>
            </a:r>
            <a:r>
              <a:rPr dirty="0"/>
              <a:t> | Hotel Waterproofing</a:t>
            </a:r>
          </a:p>
          <a:p>
            <a:pPr marL="0" indent="0">
              <a:buNone/>
            </a:pPr>
            <a:r>
              <a:rPr dirty="0"/>
              <a:t>• GMR Ltd | </a:t>
            </a:r>
            <a:r>
              <a:rPr dirty="0" err="1"/>
              <a:t>Polyurea</a:t>
            </a:r>
            <a:r>
              <a:rPr dirty="0"/>
              <a:t> Coating – DM Plant Storage Tank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 &amp; Equipment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Foaming Machines – 4 </a:t>
            </a:r>
            <a:r>
              <a:rPr dirty="0" err="1"/>
              <a:t>Nos</a:t>
            </a: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Polyurea</a:t>
            </a:r>
            <a:r>
              <a:rPr dirty="0"/>
              <a:t> Coating Machines – 3 </a:t>
            </a:r>
            <a:r>
              <a:rPr dirty="0" err="1"/>
              <a:t>Nos</a:t>
            </a:r>
            <a:endParaRPr dirty="0"/>
          </a:p>
          <a:p>
            <a:pPr marL="0" indent="0">
              <a:buNone/>
            </a:pPr>
            <a:r>
              <a:rPr dirty="0"/>
              <a:t>• Polyurethane Coating Machines – 2 </a:t>
            </a:r>
            <a:r>
              <a:rPr dirty="0" err="1"/>
              <a:t>Nos</a:t>
            </a:r>
            <a:endParaRPr dirty="0"/>
          </a:p>
          <a:p>
            <a:pPr marL="0" indent="0">
              <a:buNone/>
            </a:pPr>
            <a:r>
              <a:rPr dirty="0"/>
              <a:t>• Airless Painting Machines – 3 </a:t>
            </a:r>
            <a:r>
              <a:rPr dirty="0" err="1"/>
              <a:t>Nos</a:t>
            </a:r>
            <a:endParaRPr dirty="0"/>
          </a:p>
          <a:p>
            <a:pPr marL="0" indent="0">
              <a:buNone/>
            </a:pPr>
            <a:r>
              <a:rPr dirty="0"/>
              <a:t>• Compressors, Spray Guns, DFT Gauges, Spark Testers &amp; Welding Machines</a:t>
            </a:r>
          </a:p>
          <a:p>
            <a:endParaRPr dirty="0"/>
          </a:p>
          <a:p>
            <a:r>
              <a:rPr dirty="0"/>
              <a:t>Well-equipped to handle large-scale and time-bound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20+ years of industry experience</a:t>
            </a:r>
          </a:p>
          <a:p>
            <a:pPr marL="0" indent="0">
              <a:buNone/>
            </a:pPr>
            <a:r>
              <a:rPr dirty="0"/>
              <a:t>• Strong technical &amp; execution team</a:t>
            </a:r>
          </a:p>
          <a:p>
            <a:pPr marL="0" indent="0">
              <a:buNone/>
            </a:pPr>
            <a:r>
              <a:rPr dirty="0"/>
              <a:t>• Association with reputed brands</a:t>
            </a:r>
          </a:p>
          <a:p>
            <a:pPr marL="0" indent="0">
              <a:buNone/>
            </a:pPr>
            <a:r>
              <a:rPr dirty="0"/>
              <a:t>• Pan-India execution capability</a:t>
            </a:r>
          </a:p>
          <a:p>
            <a:pPr marL="0" indent="0">
              <a:buNone/>
            </a:pPr>
            <a:r>
              <a:rPr dirty="0"/>
              <a:t>• Focus on quality, safety &amp; durability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Commitment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committed to delivering durable, cost-effective, and technically reliable solutions tailored to project-specific requirements.</a:t>
            </a:r>
          </a:p>
          <a:p>
            <a:endParaRPr/>
          </a:p>
          <a:p>
            <a:r>
              <a:t>Our objective is to build long-term partnerships through transparency, performance, and dependable after-service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396</Words>
  <Application>Microsoft Office PowerPoint</Application>
  <PresentationFormat>On-screen Show (4:3)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FLIP CONCEPT INDIA PRIVATE LIMITED</vt:lpstr>
      <vt:lpstr>About Us</vt:lpstr>
      <vt:lpstr>Core Services</vt:lpstr>
      <vt:lpstr>Authorized Applicator</vt:lpstr>
      <vt:lpstr>Project Experience</vt:lpstr>
      <vt:lpstr>Major Projects (Selected)</vt:lpstr>
      <vt:lpstr>Infrastructure &amp; Equipment</vt:lpstr>
      <vt:lpstr>Our Strengths</vt:lpstr>
      <vt:lpstr>Our Commitment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FLIP CONCEPT INDIA PRIVATE LIMITED</dc:title>
  <dc:subject/>
  <dc:creator/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2026-01-13T13:21:50Z</dcterms:modified>
  <cp:category/>
</cp:coreProperties>
</file>